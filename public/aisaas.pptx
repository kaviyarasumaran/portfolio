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anva Sans Bold" charset="1" panose="020B0803030501040103"/>
      <p:regular r:id="rId16"/>
    </p:embeddedFont>
    <p:embeddedFont>
      <p:font typeface="DM Sans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12" Target="../media/image16.sv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16" Target="../media/image23.png" Type="http://schemas.openxmlformats.org/officeDocument/2006/relationships/image"/><Relationship Id="rId17" Target="../media/image24.svg" Type="http://schemas.openxmlformats.org/officeDocument/2006/relationships/image"/><Relationship Id="rId18" Target="../media/image25.png" Type="http://schemas.openxmlformats.org/officeDocument/2006/relationships/image"/><Relationship Id="rId19" Target="../media/image26.svg" Type="http://schemas.openxmlformats.org/officeDocument/2006/relationships/image"/><Relationship Id="rId2" Target="../media/image5.png" Type="http://schemas.openxmlformats.org/officeDocument/2006/relationships/image"/><Relationship Id="rId20" Target="../media/image27.png" Type="http://schemas.openxmlformats.org/officeDocument/2006/relationships/image"/><Relationship Id="rId21" Target="../media/image28.sv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16" Target="../media/image33.png" Type="http://schemas.openxmlformats.org/officeDocument/2006/relationships/image"/><Relationship Id="rId17" Target="../media/image34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41.png" Type="http://schemas.openxmlformats.org/officeDocument/2006/relationships/image"/><Relationship Id="rId17" Target="../media/image42.svg" Type="http://schemas.openxmlformats.org/officeDocument/2006/relationships/image"/><Relationship Id="rId18" Target="../media/image43.png" Type="http://schemas.openxmlformats.org/officeDocument/2006/relationships/image"/><Relationship Id="rId19" Target="../media/image44.svg" Type="http://schemas.openxmlformats.org/officeDocument/2006/relationships/image"/><Relationship Id="rId2" Target="../media/image5.png" Type="http://schemas.openxmlformats.org/officeDocument/2006/relationships/image"/><Relationship Id="rId20" Target="../media/image45.png" Type="http://schemas.openxmlformats.org/officeDocument/2006/relationships/image"/><Relationship Id="rId21" Target="../media/image46.svg" Type="http://schemas.openxmlformats.org/officeDocument/2006/relationships/image"/><Relationship Id="rId22" Target="../media/image47.png" Type="http://schemas.openxmlformats.org/officeDocument/2006/relationships/image"/><Relationship Id="rId23" Target="../media/image48.png" Type="http://schemas.openxmlformats.org/officeDocument/2006/relationships/image"/><Relationship Id="rId24" Target="../media/image49.svg" Type="http://schemas.openxmlformats.org/officeDocument/2006/relationships/image"/><Relationship Id="rId25" Target="../media/image50.png" Type="http://schemas.openxmlformats.org/officeDocument/2006/relationships/image"/><Relationship Id="rId26" Target="../media/image51.svg" Type="http://schemas.openxmlformats.org/officeDocument/2006/relationships/image"/><Relationship Id="rId27" Target="../media/image52.png" Type="http://schemas.openxmlformats.org/officeDocument/2006/relationships/image"/><Relationship Id="rId28" Target="../media/image53.svg" Type="http://schemas.openxmlformats.org/officeDocument/2006/relationships/image"/><Relationship Id="rId29" Target="../media/image54.png" Type="http://schemas.openxmlformats.org/officeDocument/2006/relationships/image"/><Relationship Id="rId3" Target="../media/image6.svg" Type="http://schemas.openxmlformats.org/officeDocument/2006/relationships/image"/><Relationship Id="rId30" Target="../media/image55.svg" Type="http://schemas.openxmlformats.org/officeDocument/2006/relationships/image"/><Relationship Id="rId31" Target="../media/image56.png" Type="http://schemas.openxmlformats.org/officeDocument/2006/relationships/image"/><Relationship Id="rId32" Target="../media/image57.svg" Type="http://schemas.openxmlformats.org/officeDocument/2006/relationships/image"/><Relationship Id="rId33" Target="../media/image9.png" Type="http://schemas.openxmlformats.org/officeDocument/2006/relationships/image"/><Relationship Id="rId34" Target="../media/image10.svg" Type="http://schemas.openxmlformats.org/officeDocument/2006/relationships/image"/><Relationship Id="rId35" Target="../media/image58.png" Type="http://schemas.openxmlformats.org/officeDocument/2006/relationships/image"/><Relationship Id="rId36" Target="../media/image59.svg" Type="http://schemas.openxmlformats.org/officeDocument/2006/relationships/image"/><Relationship Id="rId37" Target="../media/image60.png" Type="http://schemas.openxmlformats.org/officeDocument/2006/relationships/image"/><Relationship Id="rId38" Target="../media/image61.svg" Type="http://schemas.openxmlformats.org/officeDocument/2006/relationships/image"/><Relationship Id="rId39" Target="../media/image62.png" Type="http://schemas.openxmlformats.org/officeDocument/2006/relationships/image"/><Relationship Id="rId4" Target="../media/image3.png" Type="http://schemas.openxmlformats.org/officeDocument/2006/relationships/image"/><Relationship Id="rId40" Target="../media/image63.png" Type="http://schemas.openxmlformats.org/officeDocument/2006/relationships/image"/><Relationship Id="rId41" Target="../media/image64.png" Type="http://schemas.openxmlformats.org/officeDocument/2006/relationships/image"/><Relationship Id="rId42" Target="../media/image65.png" Type="http://schemas.openxmlformats.org/officeDocument/2006/relationships/image"/><Relationship Id="rId43" Target="../media/image66.png" Type="http://schemas.openxmlformats.org/officeDocument/2006/relationships/image"/><Relationship Id="rId44" Target="../media/image67.png" Type="http://schemas.openxmlformats.org/officeDocument/2006/relationships/image"/><Relationship Id="rId45" Target="../media/image68.png" Type="http://schemas.openxmlformats.org/officeDocument/2006/relationships/image"/><Relationship Id="rId46" Target="../media/image69.png" Type="http://schemas.openxmlformats.org/officeDocument/2006/relationships/image"/><Relationship Id="rId47" Target="../media/image70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1.png" Type="http://schemas.openxmlformats.org/officeDocument/2006/relationships/image"/><Relationship Id="rId11" Target="../media/image72.svg" Type="http://schemas.openxmlformats.org/officeDocument/2006/relationships/image"/><Relationship Id="rId12" Target="../media/image73.png" Type="http://schemas.openxmlformats.org/officeDocument/2006/relationships/image"/><Relationship Id="rId13" Target="../media/image74.svg" Type="http://schemas.openxmlformats.org/officeDocument/2006/relationships/image"/><Relationship Id="rId14" Target="../media/image75.png" Type="http://schemas.openxmlformats.org/officeDocument/2006/relationships/image"/><Relationship Id="rId15" Target="../media/image76.svg" Type="http://schemas.openxmlformats.org/officeDocument/2006/relationships/image"/><Relationship Id="rId16" Target="../media/image77.png" Type="http://schemas.openxmlformats.org/officeDocument/2006/relationships/image"/><Relationship Id="rId17" Target="../media/image78.svg" Type="http://schemas.openxmlformats.org/officeDocument/2006/relationships/image"/><Relationship Id="rId18" Target="../media/image79.png" Type="http://schemas.openxmlformats.org/officeDocument/2006/relationships/image"/><Relationship Id="rId19" Target="../media/image8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12" Target="../media/image83.png" Type="http://schemas.openxmlformats.org/officeDocument/2006/relationships/image"/><Relationship Id="rId13" Target="../media/image84.svg" Type="http://schemas.openxmlformats.org/officeDocument/2006/relationships/image"/><Relationship Id="rId14" Target="../media/image85.png" Type="http://schemas.openxmlformats.org/officeDocument/2006/relationships/image"/><Relationship Id="rId15" Target="../media/image86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18" Target="../media/image89.png" Type="http://schemas.openxmlformats.org/officeDocument/2006/relationships/image"/><Relationship Id="rId19" Target="../media/image90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1386843" y="7201845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4131544" y="7969488"/>
            <a:ext cx="5132702" cy="5185216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4444220" y="8329798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4802690" y="8681112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-10800000">
            <a:off x="9525" y="635835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3809" y="638693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747073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0" y="85545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400000">
            <a:off x="1083809" y="855454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0800000">
            <a:off x="1083809" y="9623721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0800000">
            <a:off x="3321750" y="85831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321750" y="749931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5400000">
            <a:off x="4405559" y="8583123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237941" y="966693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21750" y="9666932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0" y="9638357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5400000">
            <a:off x="15470622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400000">
            <a:off x="16554431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true" rot="0">
            <a:off x="17638239" y="0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-5400000">
            <a:off x="14386813" y="10838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15470622" y="10838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6554431" y="216761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8" y="0"/>
                </a:lnTo>
                <a:lnTo>
                  <a:pt x="1083808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7638239" y="10838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true" rot="5400000">
            <a:off x="17638239" y="2167618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true" flipV="true" rot="0">
            <a:off x="15470622" y="443348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true" flipV="true" rot="5400000">
            <a:off x="16554431" y="4433486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2700000">
            <a:off x="-1376391" y="-3093321"/>
            <a:ext cx="7415398" cy="3565095"/>
            <a:chOff x="0" y="0"/>
            <a:chExt cx="660400" cy="3175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33" id="33"/>
          <p:cNvSpPr/>
          <p:nvPr/>
        </p:nvSpPr>
        <p:spPr>
          <a:xfrm>
            <a:off x="-1839005" y="-227377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4" id="34"/>
          <p:cNvSpPr/>
          <p:nvPr/>
        </p:nvSpPr>
        <p:spPr>
          <a:xfrm>
            <a:off x="-2052951" y="-196109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>
            <a:off x="-2232553" y="-1602625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6" id="36"/>
          <p:cNvSpPr/>
          <p:nvPr/>
        </p:nvSpPr>
        <p:spPr>
          <a:xfrm>
            <a:off x="-2359208" y="-121635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7" id="37"/>
          <p:cNvSpPr/>
          <p:nvPr/>
        </p:nvSpPr>
        <p:spPr>
          <a:xfrm>
            <a:off x="-2503062" y="-776680"/>
            <a:ext cx="4347674" cy="434767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8" id="38"/>
          <p:cNvSpPr/>
          <p:nvPr/>
        </p:nvSpPr>
        <p:spPr>
          <a:xfrm>
            <a:off x="-2623881" y="-332957"/>
            <a:ext cx="3963599" cy="3985594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-2598114" y="228677"/>
            <a:ext cx="3377485" cy="3360058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>
            <a:off x="-2509797" y="905760"/>
            <a:ext cx="2628598" cy="2671969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9139238" y="4987480"/>
            <a:ext cx="9525" cy="33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3"/>
              </a:lnSpc>
              <a:spcBef>
                <a:spcPct val="0"/>
              </a:spcBef>
            </a:pPr>
          </a:p>
        </p:txBody>
      </p:sp>
      <p:sp>
        <p:nvSpPr>
          <p:cNvPr name="TextBox 42" id="42"/>
          <p:cNvSpPr txBox="true"/>
          <p:nvPr/>
        </p:nvSpPr>
        <p:spPr>
          <a:xfrm rot="0">
            <a:off x="3983199" y="4293553"/>
            <a:ext cx="10321603" cy="1368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00"/>
              </a:lnSpc>
            </a:pPr>
            <a:r>
              <a:rPr lang="en-US" b="true" sz="8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 SaaS &amp; Micro SaaS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5798866" y="6027264"/>
            <a:ext cx="6214095" cy="331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53"/>
              </a:lnSpc>
              <a:spcBef>
                <a:spcPct val="0"/>
              </a:spcBef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Building scalable AI products from niche ideas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201508" y="869034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-19327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327" y="830527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064482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04212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5400000">
            <a:off x="1712593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-3571444" y="-4046511"/>
            <a:ext cx="7415398" cy="3565095"/>
            <a:chOff x="0" y="0"/>
            <a:chExt cx="660400" cy="31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4034057" y="-322696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4248004" y="-291428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4427606" y="-2555814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-4554260" y="-216954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9504558" y="5185477"/>
            <a:ext cx="1005010" cy="995873"/>
          </a:xfrm>
          <a:custGeom>
            <a:avLst/>
            <a:gdLst/>
            <a:ahLst/>
            <a:cxnLst/>
            <a:rect r="r" b="b" t="t" l="l"/>
            <a:pathLst>
              <a:path h="995873" w="1005010">
                <a:moveTo>
                  <a:pt x="0" y="0"/>
                </a:moveTo>
                <a:lnTo>
                  <a:pt x="1005009" y="0"/>
                </a:lnTo>
                <a:lnTo>
                  <a:pt x="1005009" y="995873"/>
                </a:lnTo>
                <a:lnTo>
                  <a:pt x="0" y="9958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90054" y="5199363"/>
            <a:ext cx="706714" cy="968102"/>
          </a:xfrm>
          <a:custGeom>
            <a:avLst/>
            <a:gdLst/>
            <a:ahLst/>
            <a:cxnLst/>
            <a:rect r="r" b="b" t="t" l="l"/>
            <a:pathLst>
              <a:path h="968102" w="706714">
                <a:moveTo>
                  <a:pt x="0" y="0"/>
                </a:moveTo>
                <a:lnTo>
                  <a:pt x="706714" y="0"/>
                </a:lnTo>
                <a:lnTo>
                  <a:pt x="706714" y="968101"/>
                </a:lnTo>
                <a:lnTo>
                  <a:pt x="0" y="9681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842806" y="5656451"/>
            <a:ext cx="2741220" cy="2855437"/>
          </a:xfrm>
          <a:custGeom>
            <a:avLst/>
            <a:gdLst/>
            <a:ahLst/>
            <a:cxnLst/>
            <a:rect r="r" b="b" t="t" l="l"/>
            <a:pathLst>
              <a:path h="2855437" w="2741220">
                <a:moveTo>
                  <a:pt x="0" y="0"/>
                </a:moveTo>
                <a:lnTo>
                  <a:pt x="2741220" y="0"/>
                </a:lnTo>
                <a:lnTo>
                  <a:pt x="2741220" y="2855437"/>
                </a:lnTo>
                <a:lnTo>
                  <a:pt x="0" y="285543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885893" y="457202"/>
            <a:ext cx="4242718" cy="102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</a:t>
            </a:r>
            <a:r>
              <a:rPr lang="en-US" b="true" sz="6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hat is AI?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933852" y="2143619"/>
            <a:ext cx="8389516" cy="41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 = software that can “think” and “learn patterns”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98010" y="4250417"/>
            <a:ext cx="983679" cy="40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 can: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237648" y="5149198"/>
            <a:ext cx="3539207" cy="1556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606" indent="-248303" lvl="1">
              <a:lnSpc>
                <a:spcPts val="423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Understand text</a:t>
            </a:r>
          </a:p>
          <a:p>
            <a:pPr algn="l" marL="496606" indent="-248303" lvl="1">
              <a:lnSpc>
                <a:spcPts val="423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Generate content</a:t>
            </a:r>
          </a:p>
          <a:p>
            <a:pPr algn="l" marL="496606" indent="-248303" lvl="1">
              <a:lnSpc>
                <a:spcPts val="4232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Make simple decisions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275721" y="4250417"/>
            <a:ext cx="1462683" cy="40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201508" y="869034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-19327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327" y="830527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064482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04212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5400000">
            <a:off x="1712593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-3571444" y="-4046511"/>
            <a:ext cx="7415398" cy="3565095"/>
            <a:chOff x="0" y="0"/>
            <a:chExt cx="660400" cy="31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4034057" y="-322696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4248004" y="-291428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4427606" y="-2555814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-4554260" y="-216954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2798010" y="4306023"/>
            <a:ext cx="736637" cy="1074263"/>
          </a:xfrm>
          <a:custGeom>
            <a:avLst/>
            <a:gdLst/>
            <a:ahLst/>
            <a:cxnLst/>
            <a:rect r="r" b="b" t="t" l="l"/>
            <a:pathLst>
              <a:path h="1074263" w="736637">
                <a:moveTo>
                  <a:pt x="0" y="0"/>
                </a:moveTo>
                <a:lnTo>
                  <a:pt x="736637" y="0"/>
                </a:lnTo>
                <a:lnTo>
                  <a:pt x="736637" y="1074263"/>
                </a:lnTo>
                <a:lnTo>
                  <a:pt x="0" y="107426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989931" y="4198752"/>
            <a:ext cx="1092262" cy="1288805"/>
          </a:xfrm>
          <a:custGeom>
            <a:avLst/>
            <a:gdLst/>
            <a:ahLst/>
            <a:cxnLst/>
            <a:rect r="r" b="b" t="t" l="l"/>
            <a:pathLst>
              <a:path h="1288805" w="1092262">
                <a:moveTo>
                  <a:pt x="0" y="0"/>
                </a:moveTo>
                <a:lnTo>
                  <a:pt x="1092262" y="0"/>
                </a:lnTo>
                <a:lnTo>
                  <a:pt x="1092262" y="1288805"/>
                </a:lnTo>
                <a:lnTo>
                  <a:pt x="0" y="12888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259001" y="6200198"/>
            <a:ext cx="3158658" cy="2834896"/>
          </a:xfrm>
          <a:custGeom>
            <a:avLst/>
            <a:gdLst/>
            <a:ahLst/>
            <a:cxnLst/>
            <a:rect r="r" b="b" t="t" l="l"/>
            <a:pathLst>
              <a:path h="2834896" w="3158658">
                <a:moveTo>
                  <a:pt x="0" y="0"/>
                </a:moveTo>
                <a:lnTo>
                  <a:pt x="3158659" y="0"/>
                </a:lnTo>
                <a:lnTo>
                  <a:pt x="3158659" y="2834896"/>
                </a:lnTo>
                <a:lnTo>
                  <a:pt x="0" y="283489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798010" y="457202"/>
            <a:ext cx="5083597" cy="102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</a:t>
            </a:r>
            <a:r>
              <a:rPr lang="en-US" b="true" sz="6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hat is SaaS?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798010" y="2106820"/>
            <a:ext cx="11167914" cy="414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SaaS</a:t>
            </a: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= software you use through internet + No installation needed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798010" y="3410158"/>
            <a:ext cx="1462683" cy="40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201508" y="869034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-19327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327" y="830527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064482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04212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5400000">
            <a:off x="1712593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-3571444" y="-4046511"/>
            <a:ext cx="7415398" cy="3565095"/>
            <a:chOff x="0" y="0"/>
            <a:chExt cx="660400" cy="31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4034057" y="-322696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4248004" y="-291428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4427606" y="-2555814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-4554260" y="-216954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2259001" y="6200198"/>
            <a:ext cx="3158658" cy="2834896"/>
          </a:xfrm>
          <a:custGeom>
            <a:avLst/>
            <a:gdLst/>
            <a:ahLst/>
            <a:cxnLst/>
            <a:rect r="r" b="b" t="t" l="l"/>
            <a:pathLst>
              <a:path h="2834896" w="3158658">
                <a:moveTo>
                  <a:pt x="0" y="0"/>
                </a:moveTo>
                <a:lnTo>
                  <a:pt x="3158659" y="0"/>
                </a:lnTo>
                <a:lnTo>
                  <a:pt x="3158659" y="2834896"/>
                </a:lnTo>
                <a:lnTo>
                  <a:pt x="0" y="28348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170019" y="7617646"/>
            <a:ext cx="1000932" cy="1000932"/>
          </a:xfrm>
          <a:custGeom>
            <a:avLst/>
            <a:gdLst/>
            <a:ahLst/>
            <a:cxnLst/>
            <a:rect r="r" b="b" t="t" l="l"/>
            <a:pathLst>
              <a:path h="1000932" w="1000932">
                <a:moveTo>
                  <a:pt x="0" y="0"/>
                </a:moveTo>
                <a:lnTo>
                  <a:pt x="1000932" y="0"/>
                </a:lnTo>
                <a:lnTo>
                  <a:pt x="1000932" y="1000932"/>
                </a:lnTo>
                <a:lnTo>
                  <a:pt x="0" y="10009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417082" y="7325566"/>
            <a:ext cx="484279" cy="380159"/>
          </a:xfrm>
          <a:custGeom>
            <a:avLst/>
            <a:gdLst/>
            <a:ahLst/>
            <a:cxnLst/>
            <a:rect r="r" b="b" t="t" l="l"/>
            <a:pathLst>
              <a:path h="380159" w="484279">
                <a:moveTo>
                  <a:pt x="0" y="0"/>
                </a:moveTo>
                <a:lnTo>
                  <a:pt x="484279" y="0"/>
                </a:lnTo>
                <a:lnTo>
                  <a:pt x="484279" y="380159"/>
                </a:lnTo>
                <a:lnTo>
                  <a:pt x="0" y="38015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831044" y="7705725"/>
            <a:ext cx="944589" cy="872565"/>
          </a:xfrm>
          <a:custGeom>
            <a:avLst/>
            <a:gdLst/>
            <a:ahLst/>
            <a:cxnLst/>
            <a:rect r="r" b="b" t="t" l="l"/>
            <a:pathLst>
              <a:path h="872565" w="944589">
                <a:moveTo>
                  <a:pt x="0" y="0"/>
                </a:moveTo>
                <a:lnTo>
                  <a:pt x="944590" y="0"/>
                </a:lnTo>
                <a:lnTo>
                  <a:pt x="944590" y="872565"/>
                </a:lnTo>
                <a:lnTo>
                  <a:pt x="0" y="87256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061200" y="7325566"/>
            <a:ext cx="484279" cy="380159"/>
          </a:xfrm>
          <a:custGeom>
            <a:avLst/>
            <a:gdLst/>
            <a:ahLst/>
            <a:cxnLst/>
            <a:rect r="r" b="b" t="t" l="l"/>
            <a:pathLst>
              <a:path h="380159" w="484279">
                <a:moveTo>
                  <a:pt x="0" y="0"/>
                </a:moveTo>
                <a:lnTo>
                  <a:pt x="484278" y="0"/>
                </a:lnTo>
                <a:lnTo>
                  <a:pt x="484278" y="380159"/>
                </a:lnTo>
                <a:lnTo>
                  <a:pt x="0" y="38015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661459" y="7617646"/>
            <a:ext cx="1067966" cy="893087"/>
          </a:xfrm>
          <a:custGeom>
            <a:avLst/>
            <a:gdLst/>
            <a:ahLst/>
            <a:cxnLst/>
            <a:rect r="r" b="b" t="t" l="l"/>
            <a:pathLst>
              <a:path h="893087" w="1067966">
                <a:moveTo>
                  <a:pt x="0" y="0"/>
                </a:moveTo>
                <a:lnTo>
                  <a:pt x="1067966" y="0"/>
                </a:lnTo>
                <a:lnTo>
                  <a:pt x="1067966" y="893087"/>
                </a:lnTo>
                <a:lnTo>
                  <a:pt x="0" y="89308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245146" y="7515646"/>
            <a:ext cx="484279" cy="380159"/>
          </a:xfrm>
          <a:custGeom>
            <a:avLst/>
            <a:gdLst/>
            <a:ahLst/>
            <a:cxnLst/>
            <a:rect r="r" b="b" t="t" l="l"/>
            <a:pathLst>
              <a:path h="380159" w="484279">
                <a:moveTo>
                  <a:pt x="0" y="0"/>
                </a:moveTo>
                <a:lnTo>
                  <a:pt x="484279" y="0"/>
                </a:lnTo>
                <a:lnTo>
                  <a:pt x="484279" y="380158"/>
                </a:lnTo>
                <a:lnTo>
                  <a:pt x="0" y="38015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3121601" y="7365640"/>
            <a:ext cx="1433459" cy="1504944"/>
          </a:xfrm>
          <a:custGeom>
            <a:avLst/>
            <a:gdLst/>
            <a:ahLst/>
            <a:cxnLst/>
            <a:rect r="r" b="b" t="t" l="l"/>
            <a:pathLst>
              <a:path h="1504944" w="1433459">
                <a:moveTo>
                  <a:pt x="0" y="0"/>
                </a:moveTo>
                <a:lnTo>
                  <a:pt x="1433459" y="0"/>
                </a:lnTo>
                <a:lnTo>
                  <a:pt x="1433459" y="1504944"/>
                </a:lnTo>
                <a:lnTo>
                  <a:pt x="0" y="150494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881056" y="457202"/>
            <a:ext cx="2759273" cy="102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AI</a:t>
            </a:r>
            <a:r>
              <a:rPr lang="en-US" b="true" sz="6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SaaS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81056" y="1953119"/>
            <a:ext cx="8690818" cy="126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AI SaaS</a:t>
            </a: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= software + AI together</a:t>
            </a:r>
          </a:p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It doesn’t just store data → it does work for you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170019" y="4241099"/>
            <a:ext cx="1462683" cy="40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70019" y="5061537"/>
            <a:ext cx="4213920" cy="160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606" indent="-248303" lvl="1">
              <a:lnSpc>
                <a:spcPts val="441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Writes emails automatically</a:t>
            </a:r>
          </a:p>
          <a:p>
            <a:pPr algn="l" marL="496606" indent="-248303" lvl="1">
              <a:lnSpc>
                <a:spcPts val="441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Answers customer queries</a:t>
            </a:r>
          </a:p>
          <a:p>
            <a:pPr algn="l" marL="496606" indent="-248303" lvl="1">
              <a:lnSpc>
                <a:spcPts val="441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Creates images/videos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230083" y="869034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-19327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327" y="830527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064482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04212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5400000">
            <a:off x="1712593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-3571444" y="-4046511"/>
            <a:ext cx="7415398" cy="3565095"/>
            <a:chOff x="0" y="0"/>
            <a:chExt cx="660400" cy="31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4034057" y="-322696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4248004" y="-291428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4427606" y="-2555814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-4554260" y="-216954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2259001" y="6200198"/>
            <a:ext cx="3158658" cy="2834896"/>
          </a:xfrm>
          <a:custGeom>
            <a:avLst/>
            <a:gdLst/>
            <a:ahLst/>
            <a:cxnLst/>
            <a:rect r="r" b="b" t="t" l="l"/>
            <a:pathLst>
              <a:path h="2834896" w="3158658">
                <a:moveTo>
                  <a:pt x="0" y="0"/>
                </a:moveTo>
                <a:lnTo>
                  <a:pt x="3158659" y="0"/>
                </a:lnTo>
                <a:lnTo>
                  <a:pt x="3158659" y="2834896"/>
                </a:lnTo>
                <a:lnTo>
                  <a:pt x="0" y="28348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414163" y="7127684"/>
            <a:ext cx="1208564" cy="1208564"/>
          </a:xfrm>
          <a:custGeom>
            <a:avLst/>
            <a:gdLst/>
            <a:ahLst/>
            <a:cxnLst/>
            <a:rect r="r" b="b" t="t" l="l"/>
            <a:pathLst>
              <a:path h="1208564" w="1208564">
                <a:moveTo>
                  <a:pt x="0" y="0"/>
                </a:moveTo>
                <a:lnTo>
                  <a:pt x="1208565" y="0"/>
                </a:lnTo>
                <a:lnTo>
                  <a:pt x="1208565" y="1208565"/>
                </a:lnTo>
                <a:lnTo>
                  <a:pt x="0" y="12085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382721" y="7127684"/>
            <a:ext cx="1002023" cy="1177591"/>
          </a:xfrm>
          <a:custGeom>
            <a:avLst/>
            <a:gdLst/>
            <a:ahLst/>
            <a:cxnLst/>
            <a:rect r="r" b="b" t="t" l="l"/>
            <a:pathLst>
              <a:path h="1177591" w="1002023">
                <a:moveTo>
                  <a:pt x="0" y="0"/>
                </a:moveTo>
                <a:lnTo>
                  <a:pt x="1002023" y="0"/>
                </a:lnTo>
                <a:lnTo>
                  <a:pt x="1002023" y="1177591"/>
                </a:lnTo>
                <a:lnTo>
                  <a:pt x="0" y="11775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947208" y="7314760"/>
            <a:ext cx="1584558" cy="1599095"/>
          </a:xfrm>
          <a:custGeom>
            <a:avLst/>
            <a:gdLst/>
            <a:ahLst/>
            <a:cxnLst/>
            <a:rect r="r" b="b" t="t" l="l"/>
            <a:pathLst>
              <a:path h="1599095" w="1584558">
                <a:moveTo>
                  <a:pt x="0" y="0"/>
                </a:moveTo>
                <a:lnTo>
                  <a:pt x="1584558" y="0"/>
                </a:lnTo>
                <a:lnTo>
                  <a:pt x="1584558" y="1599095"/>
                </a:lnTo>
                <a:lnTo>
                  <a:pt x="0" y="15990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70019" y="457202"/>
            <a:ext cx="4113981" cy="102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Micro</a:t>
            </a:r>
            <a:r>
              <a:rPr lang="en-US" b="true" sz="6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SaaS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81056" y="1953119"/>
            <a:ext cx="8080995" cy="126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Small</a:t>
            </a: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software solving one specific problem</a:t>
            </a:r>
          </a:p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Built for a small group of users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70019" y="4241099"/>
            <a:ext cx="1462683" cy="40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70019" y="5061537"/>
            <a:ext cx="6429449" cy="105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606" indent="-248303" lvl="1">
              <a:lnSpc>
                <a:spcPts val="441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Tool 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send WhatsApp reminders for shops</a:t>
            </a:r>
          </a:p>
          <a:p>
            <a:pPr algn="l" marL="496606" indent="-248303" lvl="1">
              <a:lnSpc>
                <a:spcPts val="441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Tool to track gym members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230083" y="869034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-19327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327" y="830527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064482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04212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5400000">
            <a:off x="1712593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-3571444" y="-4046511"/>
            <a:ext cx="7415398" cy="3565095"/>
            <a:chOff x="0" y="0"/>
            <a:chExt cx="660400" cy="31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4034057" y="-322696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4248004" y="-291428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4427606" y="-2555814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-4554260" y="-216954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2259001" y="6200198"/>
            <a:ext cx="3158658" cy="2834896"/>
          </a:xfrm>
          <a:custGeom>
            <a:avLst/>
            <a:gdLst/>
            <a:ahLst/>
            <a:cxnLst/>
            <a:rect r="r" b="b" t="t" l="l"/>
            <a:pathLst>
              <a:path h="2834896" w="3158658">
                <a:moveTo>
                  <a:pt x="0" y="0"/>
                </a:moveTo>
                <a:lnTo>
                  <a:pt x="3158659" y="0"/>
                </a:lnTo>
                <a:lnTo>
                  <a:pt x="3158659" y="2834896"/>
                </a:lnTo>
                <a:lnTo>
                  <a:pt x="0" y="28348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414163" y="7127684"/>
            <a:ext cx="1208564" cy="1208564"/>
          </a:xfrm>
          <a:custGeom>
            <a:avLst/>
            <a:gdLst/>
            <a:ahLst/>
            <a:cxnLst/>
            <a:rect r="r" b="b" t="t" l="l"/>
            <a:pathLst>
              <a:path h="1208564" w="1208564">
                <a:moveTo>
                  <a:pt x="0" y="0"/>
                </a:moveTo>
                <a:lnTo>
                  <a:pt x="1208565" y="0"/>
                </a:lnTo>
                <a:lnTo>
                  <a:pt x="1208565" y="1208565"/>
                </a:lnTo>
                <a:lnTo>
                  <a:pt x="0" y="12085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382721" y="7127684"/>
            <a:ext cx="1002023" cy="1177591"/>
          </a:xfrm>
          <a:custGeom>
            <a:avLst/>
            <a:gdLst/>
            <a:ahLst/>
            <a:cxnLst/>
            <a:rect r="r" b="b" t="t" l="l"/>
            <a:pathLst>
              <a:path h="1177591" w="1002023">
                <a:moveTo>
                  <a:pt x="0" y="0"/>
                </a:moveTo>
                <a:lnTo>
                  <a:pt x="1002023" y="0"/>
                </a:lnTo>
                <a:lnTo>
                  <a:pt x="1002023" y="1177591"/>
                </a:lnTo>
                <a:lnTo>
                  <a:pt x="0" y="117759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947208" y="7314760"/>
            <a:ext cx="1584558" cy="1599095"/>
          </a:xfrm>
          <a:custGeom>
            <a:avLst/>
            <a:gdLst/>
            <a:ahLst/>
            <a:cxnLst/>
            <a:rect r="r" b="b" t="t" l="l"/>
            <a:pathLst>
              <a:path h="1599095" w="1584558">
                <a:moveTo>
                  <a:pt x="0" y="0"/>
                </a:moveTo>
                <a:lnTo>
                  <a:pt x="1584558" y="0"/>
                </a:lnTo>
                <a:lnTo>
                  <a:pt x="1584558" y="1599095"/>
                </a:lnTo>
                <a:lnTo>
                  <a:pt x="0" y="159909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3170019" y="457202"/>
            <a:ext cx="4113981" cy="102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Micro</a:t>
            </a:r>
            <a:r>
              <a:rPr lang="en-US" b="true" sz="6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SaaS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881056" y="1953119"/>
            <a:ext cx="8080995" cy="126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Small</a:t>
            </a: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software solving one specific problem</a:t>
            </a:r>
          </a:p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Built for a small group of users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70019" y="4241099"/>
            <a:ext cx="1462683" cy="403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08"/>
              </a:lnSpc>
              <a:spcBef>
                <a:spcPct val="0"/>
              </a:spcBef>
            </a:pPr>
            <a:r>
              <a:rPr lang="en-US" sz="28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Example: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70019" y="5061537"/>
            <a:ext cx="6429449" cy="1056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606" indent="-248303" lvl="1">
              <a:lnSpc>
                <a:spcPts val="441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Tool </a:t>
            </a: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 send WhatsApp reminders for shops</a:t>
            </a:r>
          </a:p>
          <a:p>
            <a:pPr algn="l" marL="496606" indent="-248303" lvl="1">
              <a:lnSpc>
                <a:spcPts val="4416"/>
              </a:lnSpc>
              <a:buFont typeface="Arial"/>
              <a:buChar char="•"/>
            </a:pPr>
            <a:r>
              <a:rPr lang="en-US" sz="23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Tool to track gym members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230083" y="869034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-19327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327" y="830527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064482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04212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5400000">
            <a:off x="1712593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-3571444" y="-4046511"/>
            <a:ext cx="7415398" cy="3565095"/>
            <a:chOff x="0" y="0"/>
            <a:chExt cx="660400" cy="31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4034057" y="-322696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4248004" y="-291428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4427606" y="-2555814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-4554260" y="-216954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2570695" y="3684109"/>
            <a:ext cx="1036966" cy="1036966"/>
          </a:xfrm>
          <a:custGeom>
            <a:avLst/>
            <a:gdLst/>
            <a:ahLst/>
            <a:cxnLst/>
            <a:rect r="r" b="b" t="t" l="l"/>
            <a:pathLst>
              <a:path h="1036966" w="1036966">
                <a:moveTo>
                  <a:pt x="0" y="0"/>
                </a:moveTo>
                <a:lnTo>
                  <a:pt x="1036966" y="0"/>
                </a:lnTo>
                <a:lnTo>
                  <a:pt x="1036966" y="1036966"/>
                </a:lnTo>
                <a:lnTo>
                  <a:pt x="0" y="10369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854846" y="3716231"/>
            <a:ext cx="1047750" cy="1059671"/>
          </a:xfrm>
          <a:custGeom>
            <a:avLst/>
            <a:gdLst/>
            <a:ahLst/>
            <a:cxnLst/>
            <a:rect r="r" b="b" t="t" l="l"/>
            <a:pathLst>
              <a:path h="1059671" w="1047750">
                <a:moveTo>
                  <a:pt x="0" y="0"/>
                </a:moveTo>
                <a:lnTo>
                  <a:pt x="1047750" y="0"/>
                </a:lnTo>
                <a:lnTo>
                  <a:pt x="1047750" y="1059671"/>
                </a:lnTo>
                <a:lnTo>
                  <a:pt x="0" y="10596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900504" y="5440286"/>
            <a:ext cx="821569" cy="767140"/>
          </a:xfrm>
          <a:custGeom>
            <a:avLst/>
            <a:gdLst/>
            <a:ahLst/>
            <a:cxnLst/>
            <a:rect r="r" b="b" t="t" l="l"/>
            <a:pathLst>
              <a:path h="767140" w="821569">
                <a:moveTo>
                  <a:pt x="0" y="0"/>
                </a:moveTo>
                <a:lnTo>
                  <a:pt x="821569" y="0"/>
                </a:lnTo>
                <a:lnTo>
                  <a:pt x="821569" y="767140"/>
                </a:lnTo>
                <a:lnTo>
                  <a:pt x="0" y="7671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5366210" y="6755099"/>
            <a:ext cx="1072772" cy="1215606"/>
          </a:xfrm>
          <a:custGeom>
            <a:avLst/>
            <a:gdLst/>
            <a:ahLst/>
            <a:cxnLst/>
            <a:rect r="r" b="b" t="t" l="l"/>
            <a:pathLst>
              <a:path h="1215606" w="1072772">
                <a:moveTo>
                  <a:pt x="0" y="0"/>
                </a:moveTo>
                <a:lnTo>
                  <a:pt x="1072772" y="0"/>
                </a:lnTo>
                <a:lnTo>
                  <a:pt x="1072772" y="1215606"/>
                </a:lnTo>
                <a:lnTo>
                  <a:pt x="0" y="121560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434064" y="4856918"/>
            <a:ext cx="1058547" cy="1166735"/>
          </a:xfrm>
          <a:custGeom>
            <a:avLst/>
            <a:gdLst/>
            <a:ahLst/>
            <a:cxnLst/>
            <a:rect r="r" b="b" t="t" l="l"/>
            <a:pathLst>
              <a:path h="1166735" w="1058547">
                <a:moveTo>
                  <a:pt x="0" y="0"/>
                </a:moveTo>
                <a:lnTo>
                  <a:pt x="1058547" y="0"/>
                </a:lnTo>
                <a:lnTo>
                  <a:pt x="1058547" y="1166736"/>
                </a:lnTo>
                <a:lnTo>
                  <a:pt x="0" y="116673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7563265" y="3824700"/>
            <a:ext cx="832302" cy="951203"/>
          </a:xfrm>
          <a:custGeom>
            <a:avLst/>
            <a:gdLst/>
            <a:ahLst/>
            <a:cxnLst/>
            <a:rect r="r" b="b" t="t" l="l"/>
            <a:pathLst>
              <a:path h="951203" w="832302">
                <a:moveTo>
                  <a:pt x="0" y="0"/>
                </a:moveTo>
                <a:lnTo>
                  <a:pt x="832302" y="0"/>
                </a:lnTo>
                <a:lnTo>
                  <a:pt x="832302" y="951202"/>
                </a:lnTo>
                <a:lnTo>
                  <a:pt x="0" y="951202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5959638" y="2336694"/>
            <a:ext cx="1305981" cy="1305981"/>
          </a:xfrm>
          <a:custGeom>
            <a:avLst/>
            <a:gdLst/>
            <a:ahLst/>
            <a:cxnLst/>
            <a:rect r="r" b="b" t="t" l="l"/>
            <a:pathLst>
              <a:path h="1305981" w="1305981">
                <a:moveTo>
                  <a:pt x="0" y="0"/>
                </a:moveTo>
                <a:lnTo>
                  <a:pt x="1305981" y="0"/>
                </a:lnTo>
                <a:lnTo>
                  <a:pt x="1305981" y="1305981"/>
                </a:lnTo>
                <a:lnTo>
                  <a:pt x="0" y="130598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938492" y="4763586"/>
            <a:ext cx="1353400" cy="1353400"/>
          </a:xfrm>
          <a:custGeom>
            <a:avLst/>
            <a:gdLst/>
            <a:ahLst/>
            <a:cxnLst/>
            <a:rect r="r" b="b" t="t" l="l"/>
            <a:pathLst>
              <a:path h="1353400" w="1353400">
                <a:moveTo>
                  <a:pt x="0" y="0"/>
                </a:moveTo>
                <a:lnTo>
                  <a:pt x="1353401" y="0"/>
                </a:lnTo>
                <a:lnTo>
                  <a:pt x="1353401" y="1353400"/>
                </a:lnTo>
                <a:lnTo>
                  <a:pt x="0" y="13534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0343373" y="3347616"/>
            <a:ext cx="1293200" cy="1293200"/>
          </a:xfrm>
          <a:custGeom>
            <a:avLst/>
            <a:gdLst/>
            <a:ahLst/>
            <a:cxnLst/>
            <a:rect r="r" b="b" t="t" l="l"/>
            <a:pathLst>
              <a:path h="1293200" w="1293200">
                <a:moveTo>
                  <a:pt x="0" y="0"/>
                </a:moveTo>
                <a:lnTo>
                  <a:pt x="1293200" y="0"/>
                </a:lnTo>
                <a:lnTo>
                  <a:pt x="1293200" y="1293200"/>
                </a:lnTo>
                <a:lnTo>
                  <a:pt x="0" y="12932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082955" y="3830714"/>
            <a:ext cx="1408915" cy="1408915"/>
          </a:xfrm>
          <a:custGeom>
            <a:avLst/>
            <a:gdLst/>
            <a:ahLst/>
            <a:cxnLst/>
            <a:rect r="r" b="b" t="t" l="l"/>
            <a:pathLst>
              <a:path h="1408915" w="1408915">
                <a:moveTo>
                  <a:pt x="0" y="0"/>
                </a:moveTo>
                <a:lnTo>
                  <a:pt x="1408916" y="0"/>
                </a:lnTo>
                <a:lnTo>
                  <a:pt x="1408916" y="1408915"/>
                </a:lnTo>
                <a:lnTo>
                  <a:pt x="0" y="1408915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3776675" y="7186107"/>
            <a:ext cx="914337" cy="2009532"/>
          </a:xfrm>
          <a:custGeom>
            <a:avLst/>
            <a:gdLst/>
            <a:ahLst/>
            <a:cxnLst/>
            <a:rect r="r" b="b" t="t" l="l"/>
            <a:pathLst>
              <a:path h="2009532" w="914337">
                <a:moveTo>
                  <a:pt x="0" y="0"/>
                </a:moveTo>
                <a:lnTo>
                  <a:pt x="914337" y="0"/>
                </a:lnTo>
                <a:lnTo>
                  <a:pt x="914337" y="2009532"/>
                </a:lnTo>
                <a:lnTo>
                  <a:pt x="0" y="2009532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9058355" y="7746549"/>
            <a:ext cx="1113675" cy="1550686"/>
          </a:xfrm>
          <a:custGeom>
            <a:avLst/>
            <a:gdLst/>
            <a:ahLst/>
            <a:cxnLst/>
            <a:rect r="r" b="b" t="t" l="l"/>
            <a:pathLst>
              <a:path h="1550686" w="1113675">
                <a:moveTo>
                  <a:pt x="0" y="0"/>
                </a:moveTo>
                <a:lnTo>
                  <a:pt x="1113675" y="0"/>
                </a:lnTo>
                <a:lnTo>
                  <a:pt x="1113675" y="1550686"/>
                </a:lnTo>
                <a:lnTo>
                  <a:pt x="0" y="1550686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641495" y="2412174"/>
            <a:ext cx="1005010" cy="995873"/>
          </a:xfrm>
          <a:custGeom>
            <a:avLst/>
            <a:gdLst/>
            <a:ahLst/>
            <a:cxnLst/>
            <a:rect r="r" b="b" t="t" l="l"/>
            <a:pathLst>
              <a:path h="995873" w="1005010">
                <a:moveTo>
                  <a:pt x="0" y="0"/>
                </a:moveTo>
                <a:lnTo>
                  <a:pt x="1005010" y="0"/>
                </a:lnTo>
                <a:lnTo>
                  <a:pt x="1005010" y="995873"/>
                </a:lnTo>
                <a:lnTo>
                  <a:pt x="0" y="995873"/>
                </a:lnTo>
                <a:lnTo>
                  <a:pt x="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141398" y="5717674"/>
            <a:ext cx="4959107" cy="1081987"/>
          </a:xfrm>
          <a:custGeom>
            <a:avLst/>
            <a:gdLst/>
            <a:ahLst/>
            <a:cxnLst/>
            <a:rect r="r" b="b" t="t" l="l"/>
            <a:pathLst>
              <a:path h="1081987" w="4959107">
                <a:moveTo>
                  <a:pt x="0" y="0"/>
                </a:moveTo>
                <a:lnTo>
                  <a:pt x="4959107" y="0"/>
                </a:lnTo>
                <a:lnTo>
                  <a:pt x="4959107" y="1081987"/>
                </a:lnTo>
                <a:lnTo>
                  <a:pt x="0" y="1081987"/>
                </a:lnTo>
                <a:lnTo>
                  <a:pt x="0" y="0"/>
                </a:lnTo>
                <a:close/>
              </a:path>
            </a:pathLst>
          </a:custGeom>
          <a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0178016" y="6258668"/>
            <a:ext cx="1458557" cy="1458557"/>
          </a:xfrm>
          <a:custGeom>
            <a:avLst/>
            <a:gdLst/>
            <a:ahLst/>
            <a:cxnLst/>
            <a:rect r="r" b="b" t="t" l="l"/>
            <a:pathLst>
              <a:path h="1458557" w="1458557">
                <a:moveTo>
                  <a:pt x="0" y="0"/>
                </a:moveTo>
                <a:lnTo>
                  <a:pt x="1458557" y="0"/>
                </a:lnTo>
                <a:lnTo>
                  <a:pt x="1458557" y="1458557"/>
                </a:lnTo>
                <a:lnTo>
                  <a:pt x="0" y="1458557"/>
                </a:lnTo>
                <a:lnTo>
                  <a:pt x="0" y="0"/>
                </a:lnTo>
                <a:close/>
              </a:path>
            </a:pathLst>
          </a:custGeom>
          <a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869005" y="2661405"/>
            <a:ext cx="5165580" cy="871692"/>
          </a:xfrm>
          <a:custGeom>
            <a:avLst/>
            <a:gdLst/>
            <a:ahLst/>
            <a:cxnLst/>
            <a:rect r="r" b="b" t="t" l="l"/>
            <a:pathLst>
              <a:path h="871692" w="5165580">
                <a:moveTo>
                  <a:pt x="0" y="0"/>
                </a:moveTo>
                <a:lnTo>
                  <a:pt x="5165580" y="0"/>
                </a:lnTo>
                <a:lnTo>
                  <a:pt x="5165580" y="871691"/>
                </a:lnTo>
                <a:lnTo>
                  <a:pt x="0" y="871691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41398" y="3830714"/>
            <a:ext cx="1884282" cy="1339607"/>
          </a:xfrm>
          <a:custGeom>
            <a:avLst/>
            <a:gdLst/>
            <a:ahLst/>
            <a:cxnLst/>
            <a:rect r="r" b="b" t="t" l="l"/>
            <a:pathLst>
              <a:path h="1339607" w="1884282">
                <a:moveTo>
                  <a:pt x="0" y="0"/>
                </a:moveTo>
                <a:lnTo>
                  <a:pt x="1884282" y="0"/>
                </a:lnTo>
                <a:lnTo>
                  <a:pt x="1884282" y="1339607"/>
                </a:lnTo>
                <a:lnTo>
                  <a:pt x="0" y="1339607"/>
                </a:lnTo>
                <a:lnTo>
                  <a:pt x="0" y="0"/>
                </a:lnTo>
                <a:close/>
              </a:path>
            </a:pathLst>
          </a:custGeom>
          <a:blipFill>
            <a:blip r:embed="rId40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2141398" y="7302225"/>
            <a:ext cx="3348015" cy="1364351"/>
          </a:xfrm>
          <a:custGeom>
            <a:avLst/>
            <a:gdLst/>
            <a:ahLst/>
            <a:cxnLst/>
            <a:rect r="r" b="b" t="t" l="l"/>
            <a:pathLst>
              <a:path h="1364351" w="3348015">
                <a:moveTo>
                  <a:pt x="0" y="0"/>
                </a:moveTo>
                <a:lnTo>
                  <a:pt x="3348015" y="0"/>
                </a:lnTo>
                <a:lnTo>
                  <a:pt x="3348015" y="1364351"/>
                </a:lnTo>
                <a:lnTo>
                  <a:pt x="0" y="1364351"/>
                </a:lnTo>
                <a:lnTo>
                  <a:pt x="0" y="0"/>
                </a:lnTo>
                <a:close/>
              </a:path>
            </a:pathLst>
          </a:custGeom>
          <a:blipFill>
            <a:blip r:embed="rId41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151159" y="5056132"/>
            <a:ext cx="1202535" cy="1202535"/>
          </a:xfrm>
          <a:custGeom>
            <a:avLst/>
            <a:gdLst/>
            <a:ahLst/>
            <a:cxnLst/>
            <a:rect r="r" b="b" t="t" l="l"/>
            <a:pathLst>
              <a:path h="1202535" w="1202535">
                <a:moveTo>
                  <a:pt x="0" y="0"/>
                </a:moveTo>
                <a:lnTo>
                  <a:pt x="1202535" y="0"/>
                </a:lnTo>
                <a:lnTo>
                  <a:pt x="1202535" y="1202536"/>
                </a:lnTo>
                <a:lnTo>
                  <a:pt x="0" y="1202536"/>
                </a:lnTo>
                <a:lnTo>
                  <a:pt x="0" y="0"/>
                </a:lnTo>
                <a:close/>
              </a:path>
            </a:pathLst>
          </a:custGeom>
          <a:blipFill>
            <a:blip r:embed="rId42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4108840" y="5063485"/>
            <a:ext cx="1269881" cy="1195182"/>
          </a:xfrm>
          <a:custGeom>
            <a:avLst/>
            <a:gdLst/>
            <a:ahLst/>
            <a:cxnLst/>
            <a:rect r="r" b="b" t="t" l="l"/>
            <a:pathLst>
              <a:path h="1195182" w="1269881">
                <a:moveTo>
                  <a:pt x="0" y="0"/>
                </a:moveTo>
                <a:lnTo>
                  <a:pt x="1269881" y="0"/>
                </a:lnTo>
                <a:lnTo>
                  <a:pt x="1269881" y="1195183"/>
                </a:lnTo>
                <a:lnTo>
                  <a:pt x="0" y="1195183"/>
                </a:lnTo>
                <a:lnTo>
                  <a:pt x="0" y="0"/>
                </a:lnTo>
                <a:close/>
              </a:path>
            </a:pathLst>
          </a:custGeom>
          <a:blipFill>
            <a:blip r:embed="rId43"/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81623" y="2989684"/>
            <a:ext cx="889020" cy="836725"/>
          </a:xfrm>
          <a:custGeom>
            <a:avLst/>
            <a:gdLst/>
            <a:ahLst/>
            <a:cxnLst/>
            <a:rect r="r" b="b" t="t" l="l"/>
            <a:pathLst>
              <a:path h="836725" w="889020">
                <a:moveTo>
                  <a:pt x="0" y="0"/>
                </a:moveTo>
                <a:lnTo>
                  <a:pt x="889020" y="0"/>
                </a:lnTo>
                <a:lnTo>
                  <a:pt x="889020" y="836725"/>
                </a:lnTo>
                <a:lnTo>
                  <a:pt x="0" y="836725"/>
                </a:lnTo>
                <a:lnTo>
                  <a:pt x="0" y="0"/>
                </a:lnTo>
                <a:close/>
              </a:path>
            </a:pathLst>
          </a:custGeom>
          <a:blipFill>
            <a:blip r:embed="rId44"/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726133" y="7302225"/>
            <a:ext cx="1585156" cy="888648"/>
          </a:xfrm>
          <a:custGeom>
            <a:avLst/>
            <a:gdLst/>
            <a:ahLst/>
            <a:cxnLst/>
            <a:rect r="r" b="b" t="t" l="l"/>
            <a:pathLst>
              <a:path h="888648" w="1585156">
                <a:moveTo>
                  <a:pt x="0" y="0"/>
                </a:moveTo>
                <a:lnTo>
                  <a:pt x="1585156" y="0"/>
                </a:lnTo>
                <a:lnTo>
                  <a:pt x="1585156" y="888648"/>
                </a:lnTo>
                <a:lnTo>
                  <a:pt x="0" y="888648"/>
                </a:lnTo>
                <a:lnTo>
                  <a:pt x="0" y="0"/>
                </a:lnTo>
                <a:close/>
              </a:path>
            </a:pathLst>
          </a:custGeom>
          <a:blipFill>
            <a:blip r:embed="rId45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3390358" y="2661405"/>
            <a:ext cx="1256175" cy="746642"/>
          </a:xfrm>
          <a:custGeom>
            <a:avLst/>
            <a:gdLst/>
            <a:ahLst/>
            <a:cxnLst/>
            <a:rect r="r" b="b" t="t" l="l"/>
            <a:pathLst>
              <a:path h="746642" w="1256175">
                <a:moveTo>
                  <a:pt x="0" y="0"/>
                </a:moveTo>
                <a:lnTo>
                  <a:pt x="1256175" y="0"/>
                </a:lnTo>
                <a:lnTo>
                  <a:pt x="1256175" y="746642"/>
                </a:lnTo>
                <a:lnTo>
                  <a:pt x="0" y="746642"/>
                </a:lnTo>
                <a:lnTo>
                  <a:pt x="0" y="0"/>
                </a:lnTo>
                <a:close/>
              </a:path>
            </a:pathLst>
          </a:custGeom>
          <a:blipFill>
            <a:blip r:embed="rId46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7726303" y="6382532"/>
            <a:ext cx="1334692" cy="1334692"/>
          </a:xfrm>
          <a:custGeom>
            <a:avLst/>
            <a:gdLst/>
            <a:ahLst/>
            <a:cxnLst/>
            <a:rect r="r" b="b" t="t" l="l"/>
            <a:pathLst>
              <a:path h="1334692" w="1334692">
                <a:moveTo>
                  <a:pt x="0" y="0"/>
                </a:moveTo>
                <a:lnTo>
                  <a:pt x="1334692" y="0"/>
                </a:lnTo>
                <a:lnTo>
                  <a:pt x="1334692" y="1334693"/>
                </a:lnTo>
                <a:lnTo>
                  <a:pt x="0" y="1334693"/>
                </a:lnTo>
                <a:lnTo>
                  <a:pt x="0" y="0"/>
                </a:lnTo>
                <a:close/>
              </a:path>
            </a:pathLst>
          </a:custGeom>
          <a:blipFill>
            <a:blip r:embed="rId47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064482" y="1019671"/>
            <a:ext cx="16042122" cy="102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Must-Know Tech for Building AI SaaS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230083" y="869034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-19327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327" y="830527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064482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04212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5400000">
            <a:off x="1712593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-3571444" y="-4046511"/>
            <a:ext cx="7415398" cy="3565095"/>
            <a:chOff x="0" y="0"/>
            <a:chExt cx="660400" cy="31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4034057" y="-322696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4248004" y="-291428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4427606" y="-2555814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-4554260" y="-216954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3170019" y="7314760"/>
            <a:ext cx="1581714" cy="1251531"/>
          </a:xfrm>
          <a:custGeom>
            <a:avLst/>
            <a:gdLst/>
            <a:ahLst/>
            <a:cxnLst/>
            <a:rect r="r" b="b" t="t" l="l"/>
            <a:pathLst>
              <a:path h="1251531" w="1581714">
                <a:moveTo>
                  <a:pt x="0" y="0"/>
                </a:moveTo>
                <a:lnTo>
                  <a:pt x="1581714" y="0"/>
                </a:lnTo>
                <a:lnTo>
                  <a:pt x="1581714" y="1251531"/>
                </a:lnTo>
                <a:lnTo>
                  <a:pt x="0" y="125153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583392" y="7393241"/>
            <a:ext cx="1131337" cy="1094569"/>
          </a:xfrm>
          <a:custGeom>
            <a:avLst/>
            <a:gdLst/>
            <a:ahLst/>
            <a:cxnLst/>
            <a:rect r="r" b="b" t="t" l="l"/>
            <a:pathLst>
              <a:path h="1094569" w="1131337">
                <a:moveTo>
                  <a:pt x="0" y="0"/>
                </a:moveTo>
                <a:lnTo>
                  <a:pt x="1131337" y="0"/>
                </a:lnTo>
                <a:lnTo>
                  <a:pt x="1131337" y="1094569"/>
                </a:lnTo>
                <a:lnTo>
                  <a:pt x="0" y="10945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652835" y="7414363"/>
            <a:ext cx="1089794" cy="1073447"/>
          </a:xfrm>
          <a:custGeom>
            <a:avLst/>
            <a:gdLst/>
            <a:ahLst/>
            <a:cxnLst/>
            <a:rect r="r" b="b" t="t" l="l"/>
            <a:pathLst>
              <a:path h="1073447" w="1089794">
                <a:moveTo>
                  <a:pt x="0" y="0"/>
                </a:moveTo>
                <a:lnTo>
                  <a:pt x="1089794" y="0"/>
                </a:lnTo>
                <a:lnTo>
                  <a:pt x="1089794" y="1073447"/>
                </a:lnTo>
                <a:lnTo>
                  <a:pt x="0" y="107344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787390" y="7299783"/>
            <a:ext cx="971773" cy="1178502"/>
          </a:xfrm>
          <a:custGeom>
            <a:avLst/>
            <a:gdLst/>
            <a:ahLst/>
            <a:cxnLst/>
            <a:rect r="r" b="b" t="t" l="l"/>
            <a:pathLst>
              <a:path h="1178502" w="971773">
                <a:moveTo>
                  <a:pt x="0" y="0"/>
                </a:moveTo>
                <a:lnTo>
                  <a:pt x="971772" y="0"/>
                </a:lnTo>
                <a:lnTo>
                  <a:pt x="971772" y="1178502"/>
                </a:lnTo>
                <a:lnTo>
                  <a:pt x="0" y="1178502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985251" y="2475903"/>
            <a:ext cx="4140679" cy="4114800"/>
          </a:xfrm>
          <a:custGeom>
            <a:avLst/>
            <a:gdLst/>
            <a:ahLst/>
            <a:cxnLst/>
            <a:rect r="r" b="b" t="t" l="l"/>
            <a:pathLst>
              <a:path h="4114800" w="4140679">
                <a:moveTo>
                  <a:pt x="0" y="0"/>
                </a:moveTo>
                <a:lnTo>
                  <a:pt x="4140680" y="0"/>
                </a:lnTo>
                <a:lnTo>
                  <a:pt x="41406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170019" y="589532"/>
            <a:ext cx="7877473" cy="102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It Matters Tod</a:t>
            </a:r>
            <a:r>
              <a:rPr lang="en-US" b="true" sz="60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966781" y="2187502"/>
            <a:ext cx="6536010" cy="257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Sav</a:t>
            </a: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 time</a:t>
            </a:r>
          </a:p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Reduces manual work</a:t>
            </a:r>
          </a:p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Helps small businesses grow faster</a:t>
            </a:r>
          </a:p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Anyone can build tools now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230083" y="869034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-19327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327" y="830527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064482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04212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5400000">
            <a:off x="1712593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-3571444" y="-4046511"/>
            <a:ext cx="7415398" cy="3565095"/>
            <a:chOff x="0" y="0"/>
            <a:chExt cx="660400" cy="31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4034057" y="-322696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4248004" y="-291428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4427606" y="-2555814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-4554260" y="-216954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1483195" y="2520969"/>
            <a:ext cx="4837869" cy="3259514"/>
          </a:xfrm>
          <a:custGeom>
            <a:avLst/>
            <a:gdLst/>
            <a:ahLst/>
            <a:cxnLst/>
            <a:rect r="r" b="b" t="t" l="l"/>
            <a:pathLst>
              <a:path h="3259514" w="4837869">
                <a:moveTo>
                  <a:pt x="0" y="0"/>
                </a:moveTo>
                <a:lnTo>
                  <a:pt x="4837869" y="0"/>
                </a:lnTo>
                <a:lnTo>
                  <a:pt x="4837869" y="3259514"/>
                </a:lnTo>
                <a:lnTo>
                  <a:pt x="0" y="32595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624781" y="7874498"/>
            <a:ext cx="1202697" cy="972681"/>
          </a:xfrm>
          <a:custGeom>
            <a:avLst/>
            <a:gdLst/>
            <a:ahLst/>
            <a:cxnLst/>
            <a:rect r="r" b="b" t="t" l="l"/>
            <a:pathLst>
              <a:path h="972681" w="1202697">
                <a:moveTo>
                  <a:pt x="0" y="0"/>
                </a:moveTo>
                <a:lnTo>
                  <a:pt x="1202697" y="0"/>
                </a:lnTo>
                <a:lnTo>
                  <a:pt x="1202697" y="972682"/>
                </a:lnTo>
                <a:lnTo>
                  <a:pt x="0" y="97268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554342" y="7829288"/>
            <a:ext cx="1199284" cy="1017892"/>
          </a:xfrm>
          <a:custGeom>
            <a:avLst/>
            <a:gdLst/>
            <a:ahLst/>
            <a:cxnLst/>
            <a:rect r="r" b="b" t="t" l="l"/>
            <a:pathLst>
              <a:path h="1017892" w="1199284">
                <a:moveTo>
                  <a:pt x="0" y="0"/>
                </a:moveTo>
                <a:lnTo>
                  <a:pt x="1199284" y="0"/>
                </a:lnTo>
                <a:lnTo>
                  <a:pt x="1199284" y="1017892"/>
                </a:lnTo>
                <a:lnTo>
                  <a:pt x="0" y="1017892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701411" y="7651517"/>
            <a:ext cx="1349126" cy="1195663"/>
          </a:xfrm>
          <a:custGeom>
            <a:avLst/>
            <a:gdLst/>
            <a:ahLst/>
            <a:cxnLst/>
            <a:rect r="r" b="b" t="t" l="l"/>
            <a:pathLst>
              <a:path h="1195663" w="1349126">
                <a:moveTo>
                  <a:pt x="0" y="0"/>
                </a:moveTo>
                <a:lnTo>
                  <a:pt x="1349126" y="0"/>
                </a:lnTo>
                <a:lnTo>
                  <a:pt x="1349126" y="1195663"/>
                </a:lnTo>
                <a:lnTo>
                  <a:pt x="0" y="11956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825297" y="7688557"/>
            <a:ext cx="1158623" cy="1158623"/>
          </a:xfrm>
          <a:custGeom>
            <a:avLst/>
            <a:gdLst/>
            <a:ahLst/>
            <a:cxnLst/>
            <a:rect r="r" b="b" t="t" l="l"/>
            <a:pathLst>
              <a:path h="1158623" w="1158623">
                <a:moveTo>
                  <a:pt x="0" y="0"/>
                </a:moveTo>
                <a:lnTo>
                  <a:pt x="1158623" y="0"/>
                </a:lnTo>
                <a:lnTo>
                  <a:pt x="1158623" y="1158623"/>
                </a:lnTo>
                <a:lnTo>
                  <a:pt x="0" y="115862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3170019" y="625407"/>
            <a:ext cx="10207749" cy="1028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Why Micro SaaS is Powerful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109656" y="2187502"/>
            <a:ext cx="5399856" cy="257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Foc</a:t>
            </a: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us on one small problem</a:t>
            </a:r>
          </a:p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Easier to build</a:t>
            </a:r>
          </a:p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Faster to earn money</a:t>
            </a:r>
          </a:p>
          <a:p>
            <a:pPr algn="l" marL="626143" indent="-313071" lvl="1">
              <a:lnSpc>
                <a:spcPts val="5249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Less competition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F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230083" y="8690346"/>
            <a:ext cx="7415398" cy="3565095"/>
            <a:chOff x="0" y="0"/>
            <a:chExt cx="660400" cy="317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-19327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9327" y="8305275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064482" y="9389084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0" y="0"/>
                </a:moveTo>
                <a:lnTo>
                  <a:pt x="1083809" y="0"/>
                </a:lnTo>
                <a:lnTo>
                  <a:pt x="1083809" y="1083809"/>
                </a:lnTo>
                <a:lnTo>
                  <a:pt x="0" y="1083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0">
            <a:off x="16042122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9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9" y="0"/>
                </a:lnTo>
                <a:lnTo>
                  <a:pt x="1083809" y="1083809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true" rot="5400000">
            <a:off x="17125931" y="-55109"/>
            <a:ext cx="1083809" cy="1083809"/>
          </a:xfrm>
          <a:custGeom>
            <a:avLst/>
            <a:gdLst/>
            <a:ahLst/>
            <a:cxnLst/>
            <a:rect r="r" b="b" t="t" l="l"/>
            <a:pathLst>
              <a:path h="1083809" w="1083809">
                <a:moveTo>
                  <a:pt x="1083808" y="1083809"/>
                </a:moveTo>
                <a:lnTo>
                  <a:pt x="0" y="1083809"/>
                </a:lnTo>
                <a:lnTo>
                  <a:pt x="0" y="0"/>
                </a:lnTo>
                <a:lnTo>
                  <a:pt x="1083808" y="0"/>
                </a:lnTo>
                <a:lnTo>
                  <a:pt x="1083808" y="108380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2700000">
            <a:off x="-3571444" y="-4046511"/>
            <a:ext cx="7415398" cy="3565095"/>
            <a:chOff x="0" y="0"/>
            <a:chExt cx="660400" cy="3175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0400" cy="317500"/>
            </a:xfrm>
            <a:custGeom>
              <a:avLst/>
              <a:gdLst/>
              <a:ahLst/>
              <a:cxnLst/>
              <a:rect r="r" b="b" t="t" l="l"/>
              <a:pathLst>
                <a:path h="317500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17500"/>
                  </a:cubicBezTo>
                  <a:lnTo>
                    <a:pt x="660400" y="317500"/>
                  </a:lnTo>
                  <a:lnTo>
                    <a:pt x="0" y="317500"/>
                  </a:lnTo>
                  <a:lnTo>
                    <a:pt x="0" y="317500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ln w="28575" cap="sq">
              <a:solidFill>
                <a:srgbClr val="8CA9AD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46050"/>
              <a:ext cx="660400" cy="171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3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4034057" y="-3226961"/>
            <a:ext cx="5185216" cy="5132702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-4248004" y="-2914285"/>
            <a:ext cx="5038853" cy="5038853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4427606" y="-2555814"/>
            <a:ext cx="4867141" cy="4867141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-4554260" y="-2169547"/>
            <a:ext cx="4690515" cy="4690515"/>
          </a:xfrm>
          <a:prstGeom prst="line">
            <a:avLst/>
          </a:prstGeom>
          <a:ln cap="flat" w="28575">
            <a:solidFill>
              <a:srgbClr val="8CA9AD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2362071" y="3567826"/>
            <a:ext cx="14085466" cy="2095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Earlier software needed effort.</a:t>
            </a:r>
          </a:p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Now software does the effort for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DAGBjXylkVM</dc:identifier>
  <dcterms:modified xsi:type="dcterms:W3CDTF">2011-08-01T06:04:30Z</dcterms:modified>
  <cp:revision>1</cp:revision>
  <dc:title>MuleCraft Academy Application Development Course</dc:title>
</cp:coreProperties>
</file>